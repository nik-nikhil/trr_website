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Diuretics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Pharmacology Presentation</a:t>
            </a:r>
          </a:p>
          <a:p>
            <a:r>
              <a:t>Prepared by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Diuretics are drugs that increase urine output</a:t>
            </a:r>
          </a:p>
          <a:p>
            <a:r>
              <a:t>• Used to treat edema, hypertension, heart failure</a:t>
            </a:r>
          </a:p>
          <a:p>
            <a:r>
              <a:t>• They act on kidney nephrons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Mechanism of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excretion of sodium and water</a:t>
            </a:r>
          </a:p>
          <a:p>
            <a:r>
              <a:t>• Reduce plasma volume</a:t>
            </a:r>
          </a:p>
          <a:p>
            <a:r>
              <a:t>• Lower blood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Loop diuretics</a:t>
            </a:r>
          </a:p>
          <a:p>
            <a:r>
              <a:t>2. Thiazide diuretics</a:t>
            </a:r>
          </a:p>
          <a:p>
            <a:r>
              <a:t>3. Potassium-sparing diuretics</a:t>
            </a:r>
          </a:p>
          <a:p>
            <a:r>
              <a:t>4. Osmotic diuretics</a:t>
            </a:r>
          </a:p>
          <a:p>
            <a:r>
              <a:t>5. Carbonic anhydrase inhibitors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 on Loop of Henle</a:t>
            </a:r>
          </a:p>
          <a:p>
            <a:r>
              <a:t>• Examples: Furosemide, Bumetanide</a:t>
            </a:r>
          </a:p>
          <a:p>
            <a:r>
              <a:t>• Used in heart failure &amp; edema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Thiazide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Act on distal convoluted tubule</a:t>
            </a:r>
          </a:p>
          <a:p>
            <a:r>
              <a:t>• Examples: Hydrochlorothiazide</a:t>
            </a:r>
          </a:p>
          <a:p>
            <a:r>
              <a:t>• Used for hypertension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Potassium Sparing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 potassium loss</a:t>
            </a:r>
          </a:p>
          <a:p>
            <a:r>
              <a:t>• Examples: Spironolactone</a:t>
            </a:r>
          </a:p>
          <a:p>
            <a:r>
              <a:t>• Used with other diuretics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Osmotic Diuretics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 osmotic pressure</a:t>
            </a:r>
          </a:p>
          <a:p>
            <a:r>
              <a:t>• Example: Mannitol</a:t>
            </a:r>
          </a:p>
          <a:p>
            <a:r>
              <a:t>• Used in cerebral edema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Carbonic Anhydrase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 bicarbonate reabsorption</a:t>
            </a:r>
          </a:p>
          <a:p>
            <a:r>
              <a:t>• Example: Acetazolamide</a:t>
            </a:r>
          </a:p>
          <a:p>
            <a:r>
              <a:t>• Used in glaucoma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Nephron Diagram (Drug Action Sites)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PROXIMAL TUBULE</a:t>
            </a:r>
          </a:p>
          <a:p>
            <a:r>
              <a:t>→ Carbonic Anhydrase Inhibitors</a:t>
            </a:r>
          </a:p>
          <a:p/>
          <a:p>
            <a:r>
              <a:t>LOOP OF HENLE</a:t>
            </a:r>
          </a:p>
          <a:p>
            <a:r>
              <a:t>→ Loop Diuretics</a:t>
            </a:r>
          </a:p>
          <a:p/>
          <a:p>
            <a:r>
              <a:t>DISTAL TUBULE</a:t>
            </a:r>
          </a:p>
          <a:p>
            <a:r>
              <a:t>→ Thiazide Diuretics</a:t>
            </a:r>
          </a:p>
          <a:p/>
          <a:p>
            <a:r>
              <a:t>COLLECTING DUCT</a:t>
            </a:r>
          </a:p>
          <a:p>
            <a:r>
              <a:t>→ Potassium-Sparing Diuretics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Electrolyte imbalance</a:t>
            </a:r>
          </a:p>
          <a:p>
            <a:r>
              <a:t>• Dehydration</a:t>
            </a:r>
          </a:p>
          <a:p>
            <a:r>
              <a:t>• Hypotension</a:t>
            </a:r>
          </a:p>
          <a:p>
            <a:r>
              <a:t>• Kidney dysfunction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Diuretics are essential drugs</a:t>
            </a:r>
          </a:p>
          <a:p>
            <a:r>
              <a:t>• Different classes act on different nephron parts</a:t>
            </a:r>
          </a:p>
          <a:p>
            <a:r>
              <a:t>• Used widely in clinical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